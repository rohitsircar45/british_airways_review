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CB27757-B385-4938-9676-5B5E63F146A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British Airways Review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A3C0C16-C39D-48E7-9D90-28850D8396A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3/16/2026 3:41:32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400FC50F-DE5E-4284-A229-9035FF551A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5250"/>
            <a:ext cx="11430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2026-03-16T19:41:33Z</dcterms:created>
  <dcterms:modified xsi:type="dcterms:W3CDTF">2026-03-16T19:41:33Z</dcterms:modified>
</cp:coreProperties>
</file>